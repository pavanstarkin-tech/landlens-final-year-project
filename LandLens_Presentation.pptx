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LandLens 🌍🔍</a:t>
            </a:r>
          </a:p>
          <a:p>
            <a:pPr>
              <a:spcBef>
                <a:spcPts val="1500"/>
              </a:spcBef>
              <a:defRPr sz="3000" b="1">
                <a:solidFill>
                  <a:srgbClr val="14B8A6"/>
                </a:solidFill>
                <a:latin typeface="Segoe UI"/>
              </a:defRPr>
            </a:pPr>
            <a:r>
              <a:t>AI-Powered Government Land Verification</a:t>
            </a:r>
            <a:br/>
            <a:r>
              <a:t>&amp; Fraud Prevention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Production Release | React 18 + Spring Boot 3.4 + Mapbox GIS + AWS Cloud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Live Deployment Web Portal: https://dpyyh7torlown.cloudfront.net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Real-Time Need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Industry Challenges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Forged Land Deeds &amp; Documents: Fake Patta or altered sale deeds.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Double-Selling &amp; Overlap Claims: Selling same land to multiple buyers.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Manual Inspection Bottlenecks: Weeks of site visits by government officers.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Lack of Remote Trust: No immutable audit trail or interactive visual evidence for remote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4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The LandLens Solution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Instant AI Document Verification: Automated OCR and AI forgery analysis.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Interactive GIS Boundary Mapping: Draw and verify coordinates using Mapbox GL JS.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360° Panoramic Virtual Tours: Immersive VR inspections without traveling.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Immutable Government Audit Trail: Officer dashboard with timelines and status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Project Abilities &amp; Core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AI Document Verification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Instant OCR processing of uploaded land documents (Patta, Sale Deeds, Tax Receipts).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GenAI model performs deep forgery checks and boundary extraction.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Generates unified Land Trust Score for safety assurance.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Mapbox GIS Boundary Mapping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Integrates Mapbox GL JS engine for drawing survey polygon bounds.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Computes boundary overlaps on the fly to detect boundary claims.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Assesses land coordinates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360° Remote Tours &amp; API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Pannellum VR viewer lets users and officers inspect properties remotely.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Secured Developer API keys with rate-limiting for banks/realtors.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Role-based dashboards (Buyer, Seller, Officer, Admin).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Complete Technology Stack by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🎨 Frontend Tier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React 18: Component-driven UX architecture.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Vite 5: Quick compiler providing 8x faster build speeds.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TypeScript 5.0: Type-safety across state and maps.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Tailwind CSS: Glassmorphism theme and responsive grid design.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Pannellum VR &amp; Mapbox GL: Immersive 360° 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⚙️ Backend &amp; DB Tier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Spring Boot 3.4.0: Java 21 production-grade runtime.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Spring Security &amp; JWT: Secured bearer token auth.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Spring Data JPA / Hibernate: Optimized database queries.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MySQL 8.0: 3NF relational database holding verified registry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716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160020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☁️ Cloud &amp; DevOps Tier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AWS CloudFront: Edge CDN resolving mixed content issues.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AWS S3: Scalable assets and documents storage bucket.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AWS ECS Fargate: Serverless containerized application host.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Jenkins &amp; GitHub Actions: Fully automated CI/CD flow.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SonarQube: Automation script auditing code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Database Design, APIs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Relational Database &amp; REST APIs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3NF Database Design: Highly normalized schema for consistency, structured JPA entity relationships.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Secure REST Endpoints: Dedicated controllers for properties, auth, verification, and chat logs.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Data Security: Rate-limited developer access preventing API abuse and secure connection pooling.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4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Security, Auth &amp; QA Automation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JWT Authentication: State-free tokens mapping role permissions (RBAC).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Origin Routing: Avoids mixed-content SSL blocks by routing backend calls via CloudFront CDN.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Static Code Analysis: Automated SonarQube scripts checking for security exploits, bugs, and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AWS Infrastructure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855F7"/>
                </a:solidFill>
                <a:latin typeface="Segoe UI"/>
              </a:defRPr>
            </a:pPr>
            <a:r>
              <a:t>Infrastructure &amp; Cost Projections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ECS Fargate: Low-cost container hosting matching request volume.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S3 &amp; CloudFront CDN: Extremely cheap storage and edge delivery for images and static assets.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RDS MySQL Single-AZ: Cost-optimized persistent DB storage.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Scalability Design: Auto-scaling rules and container sizing matching traffic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4" y="1371600"/>
            <a:ext cx="5175504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600200"/>
            <a:ext cx="4718304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855F7"/>
                </a:solidFill>
                <a:latin typeface="Segoe UI"/>
              </a:defRPr>
            </a:pPr>
            <a:r>
              <a:t>Future Roadmap &amp; Enhancements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Blockchain Land Registry: Fully decentralizing ownership data to prevent tamper risk.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Auto boundary dispute alerts: Machine learning alerts triggered when boundaries clash.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AI Agent Integrations: Intelligent assistants drafting deeds and answering zoning laws.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Segoe UI"/>
              </a:defRPr>
            </a:pPr>
            <a:r>
              <a:t>Team Members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172200"/>
            <a:ext cx="10820095" cy="1371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LandLens 🌍🔍 | AI-Powered Government Land Verification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Santhi Priya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Team Lead, DevOps &amp; QA Automation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Architected Jenkins pipeline, SonarQube auditing script, and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Pavan Kumar Swamy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Core Full-Stack &amp; UI Lead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Created React 18 frontend, Mapbox GIS integration, and VR Tours.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71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1600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Rama Vasavi P.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Lead Backend Engineer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Built Spring Boot REST APIs, JWT authentication, and JPA mappings.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Hemanth Kotipalli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AI &amp; GenAI Systems Engineer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Created OCR document extraction pipeline and Trust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657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886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Keerthi Thammisetty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Database Architect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Engineered and normalized the 3NF MySQL relational database schema.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657600"/>
            <a:ext cx="329184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38862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Segoe UI"/>
              </a:defRPr>
            </a:pPr>
            <a:r>
              <a:t>Rama Sai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Cloud Infra Architect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 Designed AWS ECS Fargate, S3 buckets, CDN distribution, and Terraform.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